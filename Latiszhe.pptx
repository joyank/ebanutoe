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494" y="2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F78F3-0990-29A4-B86C-9B69CC40E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D29A47-16A6-46BC-6F8A-7B2914226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7FCDDC-E773-48FE-885E-63034989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C90B51-F4B2-7D0B-F376-3DF09063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07852-EEFF-C422-F22F-9AC3B246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72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440F8-28D5-CDF3-834E-77530C8A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D0686-5C62-7A2C-8B96-EA1DF594F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19D959-5AF5-784D-6106-61591EB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7DFAB-1BBF-EE77-78E7-794F46121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CB9CC6-C4FA-AA26-CE8D-84D10036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38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A3B8F-0608-2176-3694-A27270C0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5C35A1-E742-512F-21FC-2BFA09D66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29992F-8C5D-FED1-AA9E-97DF55E6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4BB70E-50F9-81C6-18FA-BF195B28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E5AC6D-B6F1-4878-7CC1-1D7497C7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12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70ADE-015A-8A2B-CDFD-EB464062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14D3E-975C-B111-F2F8-3C3C0C306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58C339-EB44-7F8B-617E-CE4797AB1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503C06-3A41-6A90-C595-455D6167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21A7BC-0D3F-7421-3D34-57034BE3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BA96E-DB94-98F4-C127-08E297CB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2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06BC2-201C-6F01-BA8F-3B092A720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0A9ADF-5797-D387-8917-5A3FF4D23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07AC91-D842-9035-23F6-17372C502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B8D2D7E-C560-35A2-1AC6-C0CFEC1D1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556C06-822A-93C1-2B22-CDBC3E60A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030D2B-24AA-E905-38A4-52BACAAA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9F448A-464D-0036-B1EE-D0AE8FA4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BC0432-12D5-3548-BA0E-99073601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12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0604B-F56B-38F0-03AF-1204A6CC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8D7F0D-4DC4-0565-0C65-248AC641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18A73C-6A5D-5E65-4007-77489DED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A24A0-2638-9560-419B-B9FFEA2D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64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29582C1-114F-92FB-9B73-515B6616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E43EA7-5F05-B6E0-0FC7-29AAE5C5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A15B8E-E8EF-7162-76B3-74294705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40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BEB9F-FA19-C1CA-09EC-16474D83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5E2B4E-962D-543C-AD02-D5D88FE5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A1E215-2A14-0A2B-2A60-91FCAAB3E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6F8B64-33A8-18C0-455E-91966A19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2C7AEE-51A5-A59D-CF9B-EAF67CF3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A5D130-3139-4381-BDDF-EE75C93E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09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121F1-812C-4D6E-9C3F-01B7BE48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6C94F0-80F4-AF9F-70EA-D23ED0A6A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FB130F-3290-A232-9524-560A6BD08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17B5F0-70C1-F10C-2B8E-8733821F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5E8B01-2162-61DD-15EC-F2123C93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B72FDE-8FDA-1E95-2DE5-53891434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88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AC3A-CFD1-95EC-1F37-4941303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47F861-3ECD-B0A3-9D4B-90E87002C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009A24-D681-1975-E17B-626955A5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330C6E-7BDF-62E5-6FC2-B461A373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071E4-8D27-8ED5-1EC1-3F4FB864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74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642840-411D-8B2B-4354-A4E98F347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B47B94-6D9E-85FC-7F46-B83E5F5F9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D1017C-7D22-9CD8-41FE-45F0BB6F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5A55D7-7E47-212F-42DE-030CB119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72F8B3-95D8-606D-445A-F1A33F64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31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46537-B225-58A9-37F0-839BC031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44F662-7965-185F-9433-0D71BB70C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83898-BF07-9D73-641E-9D4E5A1B7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56C97-4A33-41A2-AC26-F78B2EB0453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3AC21-9FCE-7AAE-F6B3-044114F83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FC15C9-38EA-4326-6EB6-BA68E83E8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FB5ED-F7B8-4240-89E9-741000B4AE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34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AD85C-0EB1-7EA4-8355-C88D5FC0B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52B5DC-7FEA-5B5D-2678-1CA785593A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6C0F29-C45A-D0FA-FB32-6EFBE162D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25" y="-3364283"/>
            <a:ext cx="12588657" cy="125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2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 Андрюшин</dc:creator>
  <cp:lastModifiedBy>Антон Андрюшин</cp:lastModifiedBy>
  <cp:revision>1</cp:revision>
  <dcterms:created xsi:type="dcterms:W3CDTF">2026-06-16T15:38:09Z</dcterms:created>
  <dcterms:modified xsi:type="dcterms:W3CDTF">2026-06-16T15:38:23Z</dcterms:modified>
</cp:coreProperties>
</file>